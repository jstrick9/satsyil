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44">
          <p15:clr>
            <a:srgbClr val="747775"/>
          </p15:clr>
        </p15:guide>
        <p15:guide id="2" pos="5609">
          <p15:clr>
            <a:srgbClr val="747775"/>
          </p15:clr>
        </p15:guide>
        <p15:guide id="3" orient="horz" pos="690">
          <p15:clr>
            <a:srgbClr val="747775"/>
          </p15:clr>
        </p15:guide>
        <p15:guide id="4" pos="4495">
          <p15:clr>
            <a:srgbClr val="747775"/>
          </p15:clr>
        </p15:guide>
        <p15:guide id="5" orient="horz">
          <p15:clr>
            <a:srgbClr val="747775"/>
          </p15:clr>
        </p15:guide>
        <p15:guide id="6" orient="horz" pos="1620">
          <p15:clr>
            <a:srgbClr val="747775"/>
          </p15:clr>
        </p15:guide>
        <p15:guide id="7" orient="horz" pos="2160">
          <p15:clr>
            <a:srgbClr val="747775"/>
          </p15:clr>
        </p15:guide>
        <p15:guide id="8" pos="2880">
          <p15:clr>
            <a:srgbClr val="747775"/>
          </p15:clr>
        </p15:guide>
        <p15:guide id="10" pos="3946">
          <p15:clr>
            <a:srgbClr val="747775"/>
          </p15:clr>
        </p15:guide>
        <p15:guide id="11" pos="3050">
          <p15:clr>
            <a:srgbClr val="747775"/>
          </p15:clr>
        </p15:guide>
        <p15:guide id="12" orient="horz" pos="3121">
          <p15:clr>
            <a:srgbClr val="747775"/>
          </p15:clr>
        </p15:guide>
        <p15:guide id="13" pos="1272">
          <p15:clr>
            <a:srgbClr val="747775"/>
          </p15:clr>
        </p15:guide>
        <p15:guide id="14" orient="horz" pos="2046">
          <p15:clr>
            <a:srgbClr val="747775"/>
          </p15:clr>
        </p15:guide>
        <p15:guide id="15" pos="263">
          <p15:clr>
            <a:srgbClr val="747775"/>
          </p15:clr>
        </p15:guide>
        <p15:guide id="16" orient="horz" pos="3051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9" roundtripDataSignature="AMtx7mhEhTmsNl/SyrhtjKHVXU0ymKHb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349F40-4728-4C1B-81A8-1150FCB6DD04}">
  <a:tblStyle styleId="{1A349F40-4728-4C1B-81A8-1150FCB6DD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560" autoAdjust="0"/>
  </p:normalViewPr>
  <p:slideViewPr>
    <p:cSldViewPr snapToGrid="0">
      <p:cViewPr varScale="1">
        <p:scale>
          <a:sx n="77" d="100"/>
          <a:sy n="77" d="100"/>
        </p:scale>
        <p:origin x="1392" y="78"/>
      </p:cViewPr>
      <p:guideLst>
        <p:guide pos="144"/>
        <p:guide pos="5609"/>
        <p:guide orient="horz" pos="690"/>
        <p:guide pos="4495"/>
        <p:guide orient="horz"/>
        <p:guide orient="horz" pos="1620"/>
        <p:guide orient="horz" pos="2160"/>
        <p:guide pos="2880"/>
        <p:guide pos="3946"/>
        <p:guide pos="3050"/>
        <p:guide orient="horz" pos="3121"/>
        <p:guide pos="1272"/>
        <p:guide orient="horz" pos="2046"/>
        <p:guide pos="263"/>
        <p:guide orient="horz" pos="305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0" Type="http://schemas.openxmlformats.org/officeDocument/2006/relationships/presProps" Target="presProps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23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19" Type="http://customschemas.google.com/relationships/presentationmetadata" Target="metadata"/><Relationship Id="rId12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3064478" y="744575"/>
            <a:ext cx="57678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5200"/>
              <a:buNone/>
              <a:defRPr sz="5200">
                <a:solidFill>
                  <a:srgbClr val="04115E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3064475" y="2797175"/>
            <a:ext cx="59568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2652409" y="3891064"/>
            <a:ext cx="60960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4002501"/>
            <a:ext cx="1588486" cy="56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7072" y="3951587"/>
            <a:ext cx="671554" cy="671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8855" y="3951587"/>
            <a:ext cx="671554" cy="671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1735" y="3951587"/>
            <a:ext cx="671554" cy="671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8211" y="4002500"/>
            <a:ext cx="1970197" cy="540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214623" y="516675"/>
            <a:ext cx="8607600" cy="3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  <a:defRPr sz="1500"/>
            </a:lvl1pPr>
            <a:lvl2pPr marL="914400" lvl="1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title"/>
          </p:nvPr>
        </p:nvSpPr>
        <p:spPr>
          <a:xfrm>
            <a:off x="2290500" y="0"/>
            <a:ext cx="6730800" cy="87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ldNum" idx="12"/>
          </p:nvPr>
        </p:nvSpPr>
        <p:spPr>
          <a:xfrm>
            <a:off x="8595308" y="-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(Side Graphic)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5"/>
          <p:cNvGrpSpPr/>
          <p:nvPr/>
        </p:nvGrpSpPr>
        <p:grpSpPr>
          <a:xfrm>
            <a:off x="2425339" y="0"/>
            <a:ext cx="6718661" cy="5143500"/>
            <a:chOff x="4157330" y="-1"/>
            <a:chExt cx="8958214" cy="6858001"/>
          </a:xfrm>
        </p:grpSpPr>
        <p:sp>
          <p:nvSpPr>
            <p:cNvPr id="24" name="Google Shape;24;p15"/>
            <p:cNvSpPr/>
            <p:nvPr/>
          </p:nvSpPr>
          <p:spPr>
            <a:xfrm>
              <a:off x="4157330" y="0"/>
              <a:ext cx="2418736" cy="6858000"/>
            </a:xfrm>
            <a:prstGeom prst="chevron">
              <a:avLst>
                <a:gd name="adj" fmla="val 44309"/>
              </a:avLst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" name="Google Shape;25;p15"/>
            <p:cNvSpPr/>
            <p:nvPr/>
          </p:nvSpPr>
          <p:spPr>
            <a:xfrm>
              <a:off x="5516380" y="-1"/>
              <a:ext cx="7599164" cy="685799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6" name="Google Shape;2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28" name="Google Shape;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0294" y="208535"/>
            <a:ext cx="1838325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15"/>
          <p:cNvGrpSpPr/>
          <p:nvPr/>
        </p:nvGrpSpPr>
        <p:grpSpPr>
          <a:xfrm>
            <a:off x="4609617" y="-4606"/>
            <a:ext cx="4534383" cy="861330"/>
            <a:chOff x="7151996" y="263832"/>
            <a:chExt cx="6045844" cy="1148440"/>
          </a:xfrm>
        </p:grpSpPr>
        <p:sp>
          <p:nvSpPr>
            <p:cNvPr id="30" name="Google Shape;30;p15"/>
            <p:cNvSpPr/>
            <p:nvPr/>
          </p:nvSpPr>
          <p:spPr>
            <a:xfrm rot="10800000" flipH="1">
              <a:off x="7151996" y="263832"/>
              <a:ext cx="2830204" cy="1148440"/>
            </a:xfrm>
            <a:prstGeom prst="parallelogram">
              <a:avLst>
                <a:gd name="adj" fmla="val 35351"/>
              </a:avLst>
            </a:prstGeom>
            <a:solidFill>
              <a:schemeClr val="dk2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5"/>
            <p:cNvSpPr/>
            <p:nvPr/>
          </p:nvSpPr>
          <p:spPr>
            <a:xfrm>
              <a:off x="9573768" y="263832"/>
              <a:ext cx="3624072" cy="1148440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4862322" y="113927"/>
            <a:ext cx="4169664" cy="640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orbe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/>
          <p:nvPr/>
        </p:nvSpPr>
        <p:spPr>
          <a:xfrm>
            <a:off x="6600825" y="477260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Satsyil.com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7124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7124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sldNum" idx="12"/>
          </p:nvPr>
        </p:nvSpPr>
        <p:spPr>
          <a:xfrm>
            <a:off x="7124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7124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CD3F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2290500" y="0"/>
            <a:ext cx="67308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15E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411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7124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slow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5"/>
          <p:cNvSpPr txBox="1">
            <a:spLocks noGrp="1"/>
          </p:cNvSpPr>
          <p:nvPr>
            <p:ph type="subTitle" idx="1"/>
          </p:nvPr>
        </p:nvSpPr>
        <p:spPr>
          <a:xfrm>
            <a:off x="2889565" y="2735959"/>
            <a:ext cx="5956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800" dirty="0"/>
          </a:p>
        </p:txBody>
      </p:sp>
      <p:sp>
        <p:nvSpPr>
          <p:cNvPr id="59" name="Shape6"/>
          <p:cNvSpPr txBox="1">
            <a:spLocks noGrp="1"/>
          </p:cNvSpPr>
          <p:nvPr>
            <p:ph type="ctrTitle"/>
          </p:nvPr>
        </p:nvSpPr>
        <p:spPr>
          <a:xfrm>
            <a:off x="3000716" y="1398238"/>
            <a:ext cx="5734500" cy="14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Shape7">
            <a:extLst>
              <a:ext uri="{FF2B5EF4-FFF2-40B4-BE49-F238E27FC236}">
                <a16:creationId xmlns:a16="http://schemas.microsoft.com/office/drawing/2014/main" id="{0BFF390A-6362-CAF2-3EC7-99120E80B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8402" y="3979787"/>
            <a:ext cx="1782540" cy="647564"/>
          </a:xfrm>
          <a:prstGeom prst="rect">
            <a:avLst/>
          </a:prstGeom>
        </p:spPr>
      </p:pic>
      <p:pic>
        <p:nvPicPr>
          <p:cNvPr id="5" name="Shape8">
            <a:extLst>
              <a:ext uri="{FF2B5EF4-FFF2-40B4-BE49-F238E27FC236}">
                <a16:creationId xmlns:a16="http://schemas.microsoft.com/office/drawing/2014/main" id="{F1E61E09-E7A5-77E1-4AC8-3B3B327C78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7172" y="3844045"/>
            <a:ext cx="2292588" cy="85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Shape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1" cy="3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Shape10"/>
          <p:cNvSpPr/>
          <p:nvPr/>
        </p:nvSpPr>
        <p:spPr>
          <a:xfrm>
            <a:off x="7135026" y="-9000"/>
            <a:ext cx="2572500" cy="435900"/>
          </a:xfrm>
          <a:prstGeom prst="parallelogram">
            <a:avLst>
              <a:gd name="adj" fmla="val 1167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Shape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9993" y="77114"/>
            <a:ext cx="849454" cy="16387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Shape12"/>
          <p:cNvSpPr txBox="1">
            <a:spLocks noGrp="1"/>
          </p:cNvSpPr>
          <p:nvPr>
            <p:ph type="title"/>
          </p:nvPr>
        </p:nvSpPr>
        <p:spPr>
          <a:xfrm>
            <a:off x="287920" y="639292"/>
            <a:ext cx="67308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sz="3200" b="1" dirty="0">
              <a:solidFill>
                <a:schemeClr val="accent1"/>
              </a:solidFill>
            </a:endParaRPr>
          </a:p>
        </p:txBody>
      </p:sp>
      <p:sp>
        <p:nvSpPr>
          <p:cNvPr id="68" name="Shape13"/>
          <p:cNvSpPr txBox="1"/>
          <p:nvPr/>
        </p:nvSpPr>
        <p:spPr>
          <a:xfrm>
            <a:off x="548159" y="1074375"/>
            <a:ext cx="7484479" cy="371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4115E"/>
              </a:solidFill>
            </a:endParaRPr>
          </a:p>
        </p:txBody>
      </p:sp>
      <p:sp>
        <p:nvSpPr>
          <p:cNvPr id="80" name="Shape14"/>
          <p:cNvSpPr txBox="1">
            <a:spLocks noGrp="1"/>
          </p:cNvSpPr>
          <p:nvPr>
            <p:ph type="sldNum" idx="12"/>
          </p:nvPr>
        </p:nvSpPr>
        <p:spPr>
          <a:xfrm>
            <a:off x="8595308" y="-2296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1">
          <a:extLst>
            <a:ext uri="{FF2B5EF4-FFF2-40B4-BE49-F238E27FC236}">
              <a16:creationId xmlns:a16="http://schemas.microsoft.com/office/drawing/2014/main" id="{9AC226FC-7AE3-7B8B-A55F-CDC8619B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3">
            <a:extLst>
              <a:ext uri="{FF2B5EF4-FFF2-40B4-BE49-F238E27FC236}">
                <a16:creationId xmlns:a16="http://schemas.microsoft.com/office/drawing/2014/main" id="{CCDED6AD-6373-5F01-D899-D6EB6AD26A50}"/>
              </a:ext>
            </a:extLst>
          </p:cNvPr>
          <p:cNvSpPr/>
          <p:nvPr/>
        </p:nvSpPr>
        <p:spPr>
          <a:xfrm>
            <a:off x="457200" y="685800"/>
            <a:ext cx="45600" cy="4173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0" name="Shape4">
            <a:extLst>
              <a:ext uri="{FF2B5EF4-FFF2-40B4-BE49-F238E27FC236}">
                <a16:creationId xmlns:a16="http://schemas.microsoft.com/office/drawing/2014/main" id="{CC50D1E2-63A7-794E-BBF2-6363C5A1705D}"/>
              </a:ext>
            </a:extLst>
          </p:cNvPr>
          <p:cNvSpPr txBox="1"/>
          <p:nvPr/>
        </p:nvSpPr>
        <p:spPr>
          <a:xfrm>
            <a:off x="762000" y="2057400"/>
            <a:ext cx="6400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Shape5">
            <a:extLst>
              <a:ext uri="{FF2B5EF4-FFF2-40B4-BE49-F238E27FC236}">
                <a16:creationId xmlns:a16="http://schemas.microsoft.com/office/drawing/2014/main" id="{A9D853D0-71A8-351D-14D1-3406FCEBB7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1" cy="3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Shape6">
            <a:extLst>
              <a:ext uri="{FF2B5EF4-FFF2-40B4-BE49-F238E27FC236}">
                <a16:creationId xmlns:a16="http://schemas.microsoft.com/office/drawing/2014/main" id="{21C4CB51-F6E7-95CC-952B-AD30F2110A4F}"/>
              </a:ext>
            </a:extLst>
          </p:cNvPr>
          <p:cNvSpPr/>
          <p:nvPr/>
        </p:nvSpPr>
        <p:spPr>
          <a:xfrm>
            <a:off x="7135026" y="-9000"/>
            <a:ext cx="2572500" cy="435900"/>
          </a:xfrm>
          <a:prstGeom prst="parallelogram">
            <a:avLst>
              <a:gd name="adj" fmla="val 1167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Shape7">
            <a:extLst>
              <a:ext uri="{FF2B5EF4-FFF2-40B4-BE49-F238E27FC236}">
                <a16:creationId xmlns:a16="http://schemas.microsoft.com/office/drawing/2014/main" id="{3E067D88-65C3-7543-0107-4B991B6885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993" y="77114"/>
            <a:ext cx="849454" cy="16387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Shape8">
            <a:extLst>
              <a:ext uri="{FF2B5EF4-FFF2-40B4-BE49-F238E27FC236}">
                <a16:creationId xmlns:a16="http://schemas.microsoft.com/office/drawing/2014/main" id="{4A611D1D-2E5B-2148-1B1F-E3D0714D3A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588" y="-2296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0106518"/>
      </p:ext>
    </p:extLst>
  </p:cSld>
  <p:clrMapOvr>
    <a:masterClrMapping/>
  </p:clrMapOvr>
</p:sld>
</file>

<file path=ppt/theme/theme1.xml><?xml version="1.0" encoding="utf-8"?>
<a:theme xmlns:a="http://schemas.openxmlformats.org/drawingml/2006/main" name="Satsyil Template">
  <a:themeElements>
    <a:clrScheme name="Satsyil - Theme">
      <a:dk1>
        <a:srgbClr val="575757"/>
      </a:dk1>
      <a:lt1>
        <a:srgbClr val="FFFFFF"/>
      </a:lt1>
      <a:dk2>
        <a:srgbClr val="00125C"/>
      </a:dk2>
      <a:lt2>
        <a:srgbClr val="E7E6E6"/>
      </a:lt2>
      <a:accent1>
        <a:srgbClr val="24418C"/>
      </a:accent1>
      <a:accent2>
        <a:srgbClr val="9CD3FC"/>
      </a:accent2>
      <a:accent3>
        <a:srgbClr val="4F8CFF"/>
      </a:accent3>
      <a:accent4>
        <a:srgbClr val="FFC000"/>
      </a:accent4>
      <a:accent5>
        <a:srgbClr val="E7E12F"/>
      </a:accent5>
      <a:accent6>
        <a:srgbClr val="F65D2C"/>
      </a:accent6>
      <a:hlink>
        <a:srgbClr val="4F8CFF"/>
      </a:hlink>
      <a:folHlink>
        <a:srgbClr val="2441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</Words>
  <Application>Microsoft Office PowerPoint</Application>
  <PresentationFormat>On-screen Show (16:9)</PresentationFormat>
  <Paragraphs>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Times New Roman</vt:lpstr>
      <vt:lpstr>Corbel</vt:lpstr>
      <vt:lpstr>Satsyil Template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adammazhar</dc:creator>
  <cp:lastModifiedBy>Joshua Strickland</cp:lastModifiedBy>
  <cp:revision>53</cp:revision>
  <dcterms:modified xsi:type="dcterms:W3CDTF">2026-05-21T19:36:46Z</dcterms:modified>
</cp:coreProperties>
</file>